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ailSlide7"/>
    <p:sldId id="258" r:id="railSlide8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ailSlide7" Type="http://schemas.openxmlformats.org/officeDocument/2006/relationships/slide" Target="slides/slide7.xml"/><Relationship Id="railSlide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ailImage100002" Type="http://schemas.openxmlformats.org/officeDocument/2006/relationships/image" Target="../media/railImage10000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工程设计报告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工程设计报告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 xml:space="preserve">模板 PPTX 本地验收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 xml:space="preserve">基于真实设计输入整理约束与待验证事项。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 xml:space="preserve">客室空间设计约束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 xml:space="preserve">通道宽度暂定为 800 mm，仍需结合车型要求核实。座椅和扶手保持视觉协调；尚未完成样件试验，后续需要验证安装接口。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0001" name="Report image 100001" descr="客室方案视觉参考，不能用于尺寸测量。"/>
          <p:cNvPicPr>
            <a:picLocks noChangeAspect="1"/>
          </p:cNvPicPr>
          <p:nvPr/>
        </p:nvPicPr>
        <p:blipFill>
          <a:blip r:embed="railImage100002"/>
          <a:stretch>
            <a:fillRect/>
          </a:stretch>
        </p:blipFill>
        <p:spPr>
          <a:xfrm>
            <a:off x="5349240" y="1806446"/>
            <a:ext cx="6172200" cy="3473708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 xml:space="preserve">客室方案视觉参考，不能用于尺寸测量。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工程设计报告</dc:title>
  <dc:subject>工程设计报告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