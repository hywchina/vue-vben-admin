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ailSlide7"/>
    <p:sldId id="258" r:id="railSlide8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ailSlide7" Type="http://schemas.openxmlformats.org/officeDocument/2006/relationships/slide" Target="slides/slide7.xml"/><Relationship Id="railSlide8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IL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46520"/>
            <a:ext cx="10991088" cy="0"/>
          </a:xfrm>
          <a:prstGeom prst="line">
            <a:avLst/>
          </a:prstGeom>
          <a:noFill/>
          <a:ln w="7620">
            <a:solidFill>
              <a:srgbClr val="DADE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92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RAIL DESIGN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ailImage100002" Type="http://schemas.openxmlformats.org/officeDocument/2006/relationships/image" Target="../media/railImage10000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121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121B"/>
                </a:solidFill>
              </a:rPr>
              <a:t>工程设计报告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838"/>
                </a:solidFill>
              </a:rPr>
              <a:t>{{title}}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33832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</a:rPr>
              <a:t>{{summary}}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4297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838"/>
                </a:solidFill>
              </a:rPr>
              <a:t>{{section_body}}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49240" y="1508760"/>
            <a:ext cx="6172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49240" y="3429000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49240" y="3767328"/>
            <a:ext cx="6172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49240" y="5687568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4297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838"/>
                </a:solidFill>
              </a:rPr>
              <a:t>{{section_body}}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49240" y="1508760"/>
            <a:ext cx="6172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49240" y="571500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8813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2838"/>
                </a:solidFill>
              </a:rPr>
              <a:t>{{section_body}}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3410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63640" y="1463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3410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696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0" y="3749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5696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833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121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121B"/>
                </a:solidFill>
              </a:rPr>
              <a:t>工程设计报告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838"/>
                </a:solidFill>
              </a:rPr>
              <a:t xml:space="preserve">AI PPTX 本地验收</a:t>
            </a:r>
          </a:p>
        </p:txBody>
      </p:sp>
      <p:sp>
        <p:nvSpPr>
          <p:cNvPr id="5" name="Text 3"/>
          <p:cNvSpPr/>
          <p:nvPr/>
        </p:nvSpPr>
        <p:spPr>
          <a:xfrm>
            <a:off x="777240" y="33832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</a:rPr>
              <a:t xml:space="preserve">基于真实设计输入整理约束与待验证事项。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 xml:space="preserve">客室空间设计约束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4297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838"/>
                </a:solidFill>
              </a:rPr>
              <a:t xml:space="preserve">通道宽度暂定为 800 mm，仍需结合车型要求核实。座椅和扶手保持视觉协调；尚未完成样件试验，后续需要验证安装接口。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00001" name="Report image 100001" descr="客室方案视觉参考，不能用于尺寸测量。"/>
          <p:cNvPicPr>
            <a:picLocks noChangeAspect="1"/>
          </p:cNvPicPr>
          <p:nvPr/>
        </p:nvPicPr>
        <p:blipFill>
          <a:blip r:embed="railImage100002"/>
          <a:stretch>
            <a:fillRect/>
          </a:stretch>
        </p:blipFill>
        <p:spPr>
          <a:xfrm>
            <a:off x="5349240" y="1806446"/>
            <a:ext cx="6172200" cy="3473708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5349240" y="571500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 xml:space="preserve">客室方案视觉参考，不能用于尺寸测量。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工程设计报告</dc:title>
  <dc:subject>工程设计报告</dc:subject>
  <dc:creator>Rail design platform</dc:creator>
  <cp:lastModifiedBy>Rail design platform</cp:lastModifiedBy>
  <cp:revision>1</cp:revision>
  <dcterms:created xsi:type="dcterms:W3CDTF">2026-10-27T05:39:27Z</dcterms:created>
  <dcterms:modified xsi:type="dcterms:W3CDTF">2026-10-27T05:39:27Z</dcterms:modified>
</cp:coreProperties>
</file>