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IL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46520"/>
            <a:ext cx="10991088" cy="0"/>
          </a:xfrm>
          <a:prstGeom prst="line">
            <a:avLst/>
          </a:prstGeom>
          <a:noFill/>
          <a:ln w="7620">
            <a:solidFill>
              <a:srgbClr val="DADE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RAIL DESIGN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121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121B"/>
                </a:solidFill>
              </a:rPr>
              <a:t>投标响应文件参考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838"/>
                </a:solidFill>
              </a:rPr>
              <a:t>{{title}}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33832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</a:rPr>
              <a:t>{{summary}}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3429000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49240" y="3767328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49240" y="5687568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571500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8813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838"/>
                </a:solidFill>
              </a:rPr>
              <a:t>{{section_body}}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6364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833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投标响应文件参考</dc:title>
  <dc:subject>投标响应文件参考</dc:subject>
  <dc:creator>Rail design platform</dc:creator>
  <cp:lastModifiedBy>Rail design platform</cp:lastModifiedBy>
  <cp:revision>1</cp:revision>
  <dcterms:created xsi:type="dcterms:W3CDTF">2026-10-27T05:39:27Z</dcterms:created>
  <dcterms:modified xsi:type="dcterms:W3CDTF">2026-10-27T05:39:27Z</dcterms:modified>
</cp:coreProperties>
</file>