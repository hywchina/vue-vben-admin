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RAIL">
    <p:bg>
      <p:bgPr>
        <a:solidFill>
          <a:srgbClr val="FA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6446520"/>
            <a:ext cx="10991088" cy="0"/>
          </a:xfrm>
          <a:prstGeom prst="line">
            <a:avLst/>
          </a:prstGeom>
          <a:noFill/>
          <a:ln w="7620">
            <a:solidFill>
              <a:srgbClr val="DADEE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6492240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7085"/>
                </a:solidFill>
              </a:rPr>
              <a:t>RAIL DESIGN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92240"/>
            <a:ext cx="4572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6708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92240"/>
            <a:ext cx="4572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6708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B5121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91440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5121B"/>
                </a:solidFill>
              </a:rPr>
              <a:t>工程设计报告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77240" y="164592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02838"/>
                </a:solidFill>
              </a:rPr>
              <a:t>{{title}}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777240" y="3383280"/>
            <a:ext cx="105156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667085"/>
                </a:solidFill>
              </a:rPr>
              <a:t>{{summary}}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92240"/>
            <a:ext cx="4572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6708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02838"/>
                </a:solidFill>
              </a:rPr>
              <a:t>{{section_title}}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40080" y="1508760"/>
            <a:ext cx="4297680" cy="4526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202838"/>
                </a:solidFill>
              </a:rPr>
              <a:t>{{section_body}}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5349240" y="1508760"/>
            <a:ext cx="617220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67085"/>
                </a:solidFill>
              </a:rPr>
              <a:t>{{images}}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349240" y="3429000"/>
            <a:ext cx="6172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7085"/>
                </a:solidFill>
              </a:rPr>
              <a:t>{{caption}}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349240" y="3767328"/>
            <a:ext cx="617220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67085"/>
                </a:solidFill>
              </a:rPr>
              <a:t>{{images}}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349240" y="5687568"/>
            <a:ext cx="6172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7085"/>
                </a:solidFill>
              </a:rPr>
              <a:t>{{caption}}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92240"/>
            <a:ext cx="4572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6708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02838"/>
                </a:solidFill>
              </a:rPr>
              <a:t>{{section_title}}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40080" y="1508760"/>
            <a:ext cx="4297680" cy="4526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202838"/>
                </a:solidFill>
              </a:rPr>
              <a:t>{{section_body}}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5349240" y="1508760"/>
            <a:ext cx="6172200" cy="4069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7085"/>
                </a:solidFill>
              </a:rPr>
              <a:t>{{images}}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349240" y="5715000"/>
            <a:ext cx="6172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7085"/>
                </a:solidFill>
              </a:rPr>
              <a:t>{{caption}}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92240"/>
            <a:ext cx="4572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6708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02838"/>
                </a:solidFill>
              </a:rPr>
              <a:t>{{section_title}}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40080" y="1508760"/>
            <a:ext cx="10881360" cy="4526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202838"/>
                </a:solidFill>
              </a:rPr>
              <a:t>{{section_body}}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92240"/>
            <a:ext cx="4572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6708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02838"/>
                </a:solidFill>
              </a:rPr>
              <a:t>{{section_title}}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40080" y="1463040"/>
            <a:ext cx="525780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7085"/>
                </a:solidFill>
              </a:rPr>
              <a:t>{{images}}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3410712"/>
            <a:ext cx="5257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7085"/>
                </a:solidFill>
              </a:rPr>
              <a:t>{{caption}}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263640" y="1463040"/>
            <a:ext cx="525780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7085"/>
                </a:solidFill>
              </a:rPr>
              <a:t>{{images}}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263640" y="3410712"/>
            <a:ext cx="5257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7085"/>
                </a:solidFill>
              </a:rPr>
              <a:t>{{caption}}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3749040"/>
            <a:ext cx="525780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7085"/>
                </a:solidFill>
              </a:rPr>
              <a:t>{{images}}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5696712"/>
            <a:ext cx="5257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7085"/>
                </a:solidFill>
              </a:rPr>
              <a:t>{{caption}}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263640" y="3749040"/>
            <a:ext cx="525780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7085"/>
                </a:solidFill>
              </a:rPr>
              <a:t>{{images}}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263640" y="5696712"/>
            <a:ext cx="5257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7085"/>
                </a:solidFill>
              </a:rPr>
              <a:t>{{caption}}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92240"/>
            <a:ext cx="4572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6708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02838"/>
                </a:solidFill>
              </a:rPr>
              <a:t>{{section_title}}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40080" y="1371600"/>
            <a:ext cx="1088136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7085"/>
                </a:solidFill>
              </a:rPr>
              <a:t>{{images}}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5833872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7085"/>
                </a:solidFill>
              </a:rPr>
              <a:t>{{caption}}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92240"/>
            <a:ext cx="4572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6708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工程设计报告</dc:title>
  <dc:subject>工程设计报告</dc:subject>
  <dc:creator>Rail design platform</dc:creator>
  <cp:lastModifiedBy>Rail design platform</cp:lastModifiedBy>
  <cp:revision>1</cp:revision>
  <dcterms:created xsi:type="dcterms:W3CDTF">2026-10-27T05:39:27Z</dcterms:created>
  <dcterms:modified xsi:type="dcterms:W3CDTF">2026-10-27T05:39:27Z</dcterms:modified>
</cp:coreProperties>
</file>